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orta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robl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diagnosti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correc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tab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represen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negoc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onu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onus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conclusi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